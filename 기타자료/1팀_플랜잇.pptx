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9" r:id="rId5"/>
    <p:sldId id="262" r:id="rId6"/>
    <p:sldId id="258" r:id="rId7"/>
    <p:sldId id="264" r:id="rId8"/>
    <p:sldId id="261" r:id="rId9"/>
    <p:sldId id="263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B90AEB-2535-4E35-B6B3-3EE34AF01FE6}" v="111" dt="2025-11-11T00:50:51.2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7" autoAdjust="0"/>
    <p:restoredTop sz="95730" autoAdjust="0"/>
  </p:normalViewPr>
  <p:slideViewPr>
    <p:cSldViewPr snapToGrid="0">
      <p:cViewPr varScale="1">
        <p:scale>
          <a:sx n="68" d="100"/>
          <a:sy n="68" d="100"/>
        </p:scale>
        <p:origin x="72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주연 김" userId="f5b344958fdf3602" providerId="LiveId" clId="{1373B77C-84B8-4177-969E-FCCC814B5B2D}"/>
    <pc:docChg chg="undo custSel addSld delSld modSld sldOrd">
      <pc:chgData name="주연 김" userId="f5b344958fdf3602" providerId="LiveId" clId="{1373B77C-84B8-4177-969E-FCCC814B5B2D}" dt="2025-11-11T00:50:51.288" v="870" actId="478"/>
      <pc:docMkLst>
        <pc:docMk/>
      </pc:docMkLst>
      <pc:sldChg chg="modSp mod">
        <pc:chgData name="주연 김" userId="f5b344958fdf3602" providerId="LiveId" clId="{1373B77C-84B8-4177-969E-FCCC814B5B2D}" dt="2025-11-11T00:42:42.694" v="868"/>
        <pc:sldMkLst>
          <pc:docMk/>
          <pc:sldMk cId="2440721186" sldId="259"/>
        </pc:sldMkLst>
        <pc:spChg chg="mod">
          <ac:chgData name="주연 김" userId="f5b344958fdf3602" providerId="LiveId" clId="{1373B77C-84B8-4177-969E-FCCC814B5B2D}" dt="2025-11-11T00:42:42.694" v="868"/>
          <ac:spMkLst>
            <pc:docMk/>
            <pc:sldMk cId="2440721186" sldId="259"/>
            <ac:spMk id="3" creationId="{592C7FE0-D1BA-FC22-207C-C74FE2E14DE5}"/>
          </ac:spMkLst>
        </pc:spChg>
      </pc:sldChg>
      <pc:sldChg chg="addSp delSp modSp mod ord">
        <pc:chgData name="주연 김" userId="f5b344958fdf3602" providerId="LiveId" clId="{1373B77C-84B8-4177-969E-FCCC814B5B2D}" dt="2025-11-11T00:42:12.392" v="856" actId="122"/>
        <pc:sldMkLst>
          <pc:docMk/>
          <pc:sldMk cId="2927832634" sldId="262"/>
        </pc:sldMkLst>
        <pc:spChg chg="add del mod">
          <ac:chgData name="주연 김" userId="f5b344958fdf3602" providerId="LiveId" clId="{1373B77C-84B8-4177-969E-FCCC814B5B2D}" dt="2025-11-10T08:15:15.511" v="56" actId="478"/>
          <ac:spMkLst>
            <pc:docMk/>
            <pc:sldMk cId="2927832634" sldId="262"/>
            <ac:spMk id="2" creationId="{311E35DA-9903-B4F7-575A-156D93F25402}"/>
          </ac:spMkLst>
        </pc:spChg>
        <pc:spChg chg="add mod">
          <ac:chgData name="주연 김" userId="f5b344958fdf3602" providerId="LiveId" clId="{1373B77C-84B8-4177-969E-FCCC814B5B2D}" dt="2025-11-11T00:34:44.424" v="739"/>
          <ac:spMkLst>
            <pc:docMk/>
            <pc:sldMk cId="2927832634" sldId="262"/>
            <ac:spMk id="2" creationId="{CC6E1D75-3333-FF0F-0E80-9AD467BFB166}"/>
          </ac:spMkLst>
        </pc:spChg>
        <pc:spChg chg="add mod">
          <ac:chgData name="주연 김" userId="f5b344958fdf3602" providerId="LiveId" clId="{1373B77C-84B8-4177-969E-FCCC814B5B2D}" dt="2025-11-10T08:13:37.549" v="24"/>
          <ac:spMkLst>
            <pc:docMk/>
            <pc:sldMk cId="2927832634" sldId="262"/>
            <ac:spMk id="3" creationId="{DCD33BEB-025C-882A-5ADE-720B249F26F7}"/>
          </ac:spMkLst>
        </pc:spChg>
        <pc:spChg chg="mod">
          <ac:chgData name="주연 김" userId="f5b344958fdf3602" providerId="LiveId" clId="{1373B77C-84B8-4177-969E-FCCC814B5B2D}" dt="2025-11-10T08:36:32.239" v="507" actId="208"/>
          <ac:spMkLst>
            <pc:docMk/>
            <pc:sldMk cId="2927832634" sldId="262"/>
            <ac:spMk id="6" creationId="{B5DDFCF3-8426-BBC9-C728-0848B04335AF}"/>
          </ac:spMkLst>
        </pc:spChg>
        <pc:spChg chg="add mod">
          <ac:chgData name="주연 김" userId="f5b344958fdf3602" providerId="LiveId" clId="{1373B77C-84B8-4177-969E-FCCC814B5B2D}" dt="2025-11-10T08:36:23.153" v="506" actId="207"/>
          <ac:spMkLst>
            <pc:docMk/>
            <pc:sldMk cId="2927832634" sldId="262"/>
            <ac:spMk id="7" creationId="{77FA00DA-0A23-3EBA-AA28-78D4307D7B43}"/>
          </ac:spMkLst>
        </pc:spChg>
        <pc:spChg chg="mod">
          <ac:chgData name="주연 김" userId="f5b344958fdf3602" providerId="LiveId" clId="{1373B77C-84B8-4177-969E-FCCC814B5B2D}" dt="2025-11-10T08:26:23.702" v="317" actId="1076"/>
          <ac:spMkLst>
            <pc:docMk/>
            <pc:sldMk cId="2927832634" sldId="262"/>
            <ac:spMk id="8" creationId="{458099FE-7F62-F3D9-16D9-391D95184AF0}"/>
          </ac:spMkLst>
        </pc:spChg>
        <pc:spChg chg="add mod">
          <ac:chgData name="주연 김" userId="f5b344958fdf3602" providerId="LiveId" clId="{1373B77C-84B8-4177-969E-FCCC814B5B2D}" dt="2025-11-11T00:42:12.392" v="856" actId="122"/>
          <ac:spMkLst>
            <pc:docMk/>
            <pc:sldMk cId="2927832634" sldId="262"/>
            <ac:spMk id="9" creationId="{4599B265-5808-FD71-671B-841997B7365B}"/>
          </ac:spMkLst>
        </pc:spChg>
        <pc:spChg chg="add mod">
          <ac:chgData name="주연 김" userId="f5b344958fdf3602" providerId="LiveId" clId="{1373B77C-84B8-4177-969E-FCCC814B5B2D}" dt="2025-11-11T00:35:20.711" v="762" actId="6549"/>
          <ac:spMkLst>
            <pc:docMk/>
            <pc:sldMk cId="2927832634" sldId="262"/>
            <ac:spMk id="10" creationId="{BC4BCEDC-B303-514F-A593-DB4A569A6016}"/>
          </ac:spMkLst>
        </pc:spChg>
        <pc:spChg chg="add mod">
          <ac:chgData name="주연 김" userId="f5b344958fdf3602" providerId="LiveId" clId="{1373B77C-84B8-4177-969E-FCCC814B5B2D}" dt="2025-11-11T00:37:05.742" v="848" actId="1035"/>
          <ac:spMkLst>
            <pc:docMk/>
            <pc:sldMk cId="2927832634" sldId="262"/>
            <ac:spMk id="11" creationId="{B9ABA11C-7B20-8505-F46D-EC42D62EE679}"/>
          </ac:spMkLst>
        </pc:spChg>
        <pc:spChg chg="add mod">
          <ac:chgData name="주연 김" userId="f5b344958fdf3602" providerId="LiveId" clId="{1373B77C-84B8-4177-969E-FCCC814B5B2D}" dt="2025-11-11T00:42:12.392" v="856" actId="122"/>
          <ac:spMkLst>
            <pc:docMk/>
            <pc:sldMk cId="2927832634" sldId="262"/>
            <ac:spMk id="12" creationId="{3DD70129-7B9D-45B6-F97B-F3AEBF01D73B}"/>
          </ac:spMkLst>
        </pc:spChg>
        <pc:spChg chg="add mod">
          <ac:chgData name="주연 김" userId="f5b344958fdf3602" providerId="LiveId" clId="{1373B77C-84B8-4177-969E-FCCC814B5B2D}" dt="2025-11-11T00:42:12.392" v="856" actId="122"/>
          <ac:spMkLst>
            <pc:docMk/>
            <pc:sldMk cId="2927832634" sldId="262"/>
            <ac:spMk id="13" creationId="{FFF58832-4988-4B63-9236-FF8EBAEE7CD8}"/>
          </ac:spMkLst>
        </pc:spChg>
        <pc:spChg chg="add mod">
          <ac:chgData name="주연 김" userId="f5b344958fdf3602" providerId="LiveId" clId="{1373B77C-84B8-4177-969E-FCCC814B5B2D}" dt="2025-11-11T00:36:10.101" v="804"/>
          <ac:spMkLst>
            <pc:docMk/>
            <pc:sldMk cId="2927832634" sldId="262"/>
            <ac:spMk id="14" creationId="{C8DC2704-68AA-FA30-4990-37254FE52011}"/>
          </ac:spMkLst>
        </pc:spChg>
        <pc:spChg chg="add del mod">
          <ac:chgData name="주연 김" userId="f5b344958fdf3602" providerId="LiveId" clId="{1373B77C-84B8-4177-969E-FCCC814B5B2D}" dt="2025-11-10T08:18:58.583" v="94" actId="478"/>
          <ac:spMkLst>
            <pc:docMk/>
            <pc:sldMk cId="2927832634" sldId="262"/>
            <ac:spMk id="14" creationId="{D125BC7D-615C-A99C-9332-A2C72AB146B9}"/>
          </ac:spMkLst>
        </pc:spChg>
        <pc:spChg chg="add mod">
          <ac:chgData name="주연 김" userId="f5b344958fdf3602" providerId="LiveId" clId="{1373B77C-84B8-4177-969E-FCCC814B5B2D}" dt="2025-11-11T00:42:12.392" v="856" actId="122"/>
          <ac:spMkLst>
            <pc:docMk/>
            <pc:sldMk cId="2927832634" sldId="262"/>
            <ac:spMk id="15" creationId="{4F69D94F-2F8F-88D1-C0BE-3F0D4FD4CA63}"/>
          </ac:spMkLst>
        </pc:spChg>
        <pc:spChg chg="add mod">
          <ac:chgData name="주연 김" userId="f5b344958fdf3602" providerId="LiveId" clId="{1373B77C-84B8-4177-969E-FCCC814B5B2D}" dt="2025-11-11T00:42:12.392" v="856" actId="122"/>
          <ac:spMkLst>
            <pc:docMk/>
            <pc:sldMk cId="2927832634" sldId="262"/>
            <ac:spMk id="16" creationId="{519D4B2B-F9D3-C08B-28DA-76A9A2DE0071}"/>
          </ac:spMkLst>
        </pc:spChg>
        <pc:spChg chg="add mod">
          <ac:chgData name="주연 김" userId="f5b344958fdf3602" providerId="LiveId" clId="{1373B77C-84B8-4177-969E-FCCC814B5B2D}" dt="2025-11-10T08:35:58.299" v="490"/>
          <ac:spMkLst>
            <pc:docMk/>
            <pc:sldMk cId="2927832634" sldId="262"/>
            <ac:spMk id="17" creationId="{403B7064-1100-DA21-3068-6A5A8FBEAA1F}"/>
          </ac:spMkLst>
        </pc:spChg>
        <pc:spChg chg="add mod">
          <ac:chgData name="주연 김" userId="f5b344958fdf3602" providerId="LiveId" clId="{1373B77C-84B8-4177-969E-FCCC814B5B2D}" dt="2025-11-11T00:37:05.742" v="848" actId="1035"/>
          <ac:spMkLst>
            <pc:docMk/>
            <pc:sldMk cId="2927832634" sldId="262"/>
            <ac:spMk id="17" creationId="{C55E71ED-03F5-2C44-9A25-9A9B45E07D75}"/>
          </ac:spMkLst>
        </pc:spChg>
        <pc:cxnChg chg="mod">
          <ac:chgData name="주연 김" userId="f5b344958fdf3602" providerId="LiveId" clId="{1373B77C-84B8-4177-969E-FCCC814B5B2D}" dt="2025-11-10T08:36:32.239" v="507" actId="208"/>
          <ac:cxnSpMkLst>
            <pc:docMk/>
            <pc:sldMk cId="2927832634" sldId="262"/>
            <ac:cxnSpMk id="5" creationId="{17876F27-1E7F-5E99-87AD-35DDB1CF046A}"/>
          </ac:cxnSpMkLst>
        </pc:cxnChg>
      </pc:sldChg>
      <pc:sldChg chg="addSp delSp modSp mod">
        <pc:chgData name="주연 김" userId="f5b344958fdf3602" providerId="LiveId" clId="{1373B77C-84B8-4177-969E-FCCC814B5B2D}" dt="2025-11-11T00:50:51.288" v="870" actId="478"/>
        <pc:sldMkLst>
          <pc:docMk/>
          <pc:sldMk cId="1205750021" sldId="263"/>
        </pc:sldMkLst>
        <pc:spChg chg="add del mod">
          <ac:chgData name="주연 김" userId="f5b344958fdf3602" providerId="LiveId" clId="{1373B77C-84B8-4177-969E-FCCC814B5B2D}" dt="2025-11-11T00:37:59.958" v="851" actId="478"/>
          <ac:spMkLst>
            <pc:docMk/>
            <pc:sldMk cId="1205750021" sldId="263"/>
            <ac:spMk id="2" creationId="{0F8EC62E-1D15-BD02-83E8-229FA36BFD6E}"/>
          </ac:spMkLst>
        </pc:spChg>
        <pc:spChg chg="add del mod">
          <ac:chgData name="주연 김" userId="f5b344958fdf3602" providerId="LiveId" clId="{1373B77C-84B8-4177-969E-FCCC814B5B2D}" dt="2025-11-11T00:37:59.958" v="851" actId="478"/>
          <ac:spMkLst>
            <pc:docMk/>
            <pc:sldMk cId="1205750021" sldId="263"/>
            <ac:spMk id="3" creationId="{B99676F4-36B3-9442-FD70-3FCBA21CBEC2}"/>
          </ac:spMkLst>
        </pc:spChg>
        <pc:spChg chg="add mod">
          <ac:chgData name="주연 김" userId="f5b344958fdf3602" providerId="LiveId" clId="{1373B77C-84B8-4177-969E-FCCC814B5B2D}" dt="2025-11-11T00:29:34.289" v="723" actId="20577"/>
          <ac:spMkLst>
            <pc:docMk/>
            <pc:sldMk cId="1205750021" sldId="263"/>
            <ac:spMk id="7" creationId="{A842BCB1-F6D7-5182-F6AA-15BF16C13D46}"/>
          </ac:spMkLst>
        </pc:spChg>
        <pc:picChg chg="add del">
          <ac:chgData name="주연 김" userId="f5b344958fdf3602" providerId="LiveId" clId="{1373B77C-84B8-4177-969E-FCCC814B5B2D}" dt="2025-11-11T00:50:51.288" v="870" actId="478"/>
          <ac:picMkLst>
            <pc:docMk/>
            <pc:sldMk cId="1205750021" sldId="263"/>
            <ac:picMk id="1026" creationId="{8A756552-9112-A79D-54B1-F35A499512E0}"/>
          </ac:picMkLst>
        </pc:picChg>
      </pc:sldChg>
      <pc:sldChg chg="addSp delSp modSp add mod">
        <pc:chgData name="주연 김" userId="f5b344958fdf3602" providerId="LiveId" clId="{1373B77C-84B8-4177-969E-FCCC814B5B2D}" dt="2025-11-11T00:42:24.116" v="858" actId="207"/>
        <pc:sldMkLst>
          <pc:docMk/>
          <pc:sldMk cId="2193572437" sldId="264"/>
        </pc:sldMkLst>
        <pc:spChg chg="del">
          <ac:chgData name="주연 김" userId="f5b344958fdf3602" providerId="LiveId" clId="{1373B77C-84B8-4177-969E-FCCC814B5B2D}" dt="2025-11-10T08:13:18.400" v="21" actId="478"/>
          <ac:spMkLst>
            <pc:docMk/>
            <pc:sldMk cId="2193572437" sldId="264"/>
            <ac:spMk id="2" creationId="{7809DAE0-07C9-3821-9F59-1BFD936251BC}"/>
          </ac:spMkLst>
        </pc:spChg>
        <pc:spChg chg="add mod">
          <ac:chgData name="주연 김" userId="f5b344958fdf3602" providerId="LiveId" clId="{1373B77C-84B8-4177-969E-FCCC814B5B2D}" dt="2025-11-11T00:42:24.116" v="858" actId="207"/>
          <ac:spMkLst>
            <pc:docMk/>
            <pc:sldMk cId="2193572437" sldId="264"/>
            <ac:spMk id="3" creationId="{336378A1-97DE-4094-BBFD-D99CCDCDC8C5}"/>
          </ac:spMkLst>
        </pc:spChg>
        <pc:spChg chg="add mod">
          <ac:chgData name="주연 김" userId="f5b344958fdf3602" providerId="LiveId" clId="{1373B77C-84B8-4177-969E-FCCC814B5B2D}" dt="2025-11-10T08:43:11.061" v="614" actId="14100"/>
          <ac:spMkLst>
            <pc:docMk/>
            <pc:sldMk cId="2193572437" sldId="264"/>
            <ac:spMk id="7" creationId="{7C14873F-810F-4B35-AC42-FDFFFABE15E5}"/>
          </ac:spMkLst>
        </pc:spChg>
        <pc:spChg chg="add mod">
          <ac:chgData name="주연 김" userId="f5b344958fdf3602" providerId="LiveId" clId="{1373B77C-84B8-4177-969E-FCCC814B5B2D}" dt="2025-11-11T00:42:24.116" v="858" actId="207"/>
          <ac:spMkLst>
            <pc:docMk/>
            <pc:sldMk cId="2193572437" sldId="264"/>
            <ac:spMk id="9" creationId="{75C3FD92-083F-C572-DDA7-90CB9EADE968}"/>
          </ac:spMkLst>
        </pc:spChg>
        <pc:spChg chg="add mod">
          <ac:chgData name="주연 김" userId="f5b344958fdf3602" providerId="LiveId" clId="{1373B77C-84B8-4177-969E-FCCC814B5B2D}" dt="2025-11-10T08:43:34.723" v="650" actId="1037"/>
          <ac:spMkLst>
            <pc:docMk/>
            <pc:sldMk cId="2193572437" sldId="264"/>
            <ac:spMk id="10" creationId="{F9895F2B-4AF9-D83E-FC28-B77565C68952}"/>
          </ac:spMkLst>
        </pc:spChg>
        <pc:spChg chg="add mod">
          <ac:chgData name="주연 김" userId="f5b344958fdf3602" providerId="LiveId" clId="{1373B77C-84B8-4177-969E-FCCC814B5B2D}" dt="2025-11-11T00:42:24.116" v="858" actId="207"/>
          <ac:spMkLst>
            <pc:docMk/>
            <pc:sldMk cId="2193572437" sldId="264"/>
            <ac:spMk id="11" creationId="{6035000F-B905-DAC8-F163-6F318D8B452F}"/>
          </ac:spMkLst>
        </pc:spChg>
        <pc:spChg chg="add mod">
          <ac:chgData name="주연 김" userId="f5b344958fdf3602" providerId="LiveId" clId="{1373B77C-84B8-4177-969E-FCCC814B5B2D}" dt="2025-11-10T08:43:27.950" v="641" actId="1038"/>
          <ac:spMkLst>
            <pc:docMk/>
            <pc:sldMk cId="2193572437" sldId="264"/>
            <ac:spMk id="12" creationId="{2E35AE3F-193F-3BB3-4B32-8DA411795199}"/>
          </ac:spMkLst>
        </pc:spChg>
        <pc:spChg chg="add mod">
          <ac:chgData name="주연 김" userId="f5b344958fdf3602" providerId="LiveId" clId="{1373B77C-84B8-4177-969E-FCCC814B5B2D}" dt="2025-11-11T00:42:24.116" v="858" actId="207"/>
          <ac:spMkLst>
            <pc:docMk/>
            <pc:sldMk cId="2193572437" sldId="264"/>
            <ac:spMk id="13" creationId="{05CCCE21-908F-22F3-2B09-11C23A31BDC3}"/>
          </ac:spMkLst>
        </pc:spChg>
        <pc:spChg chg="add mod">
          <ac:chgData name="주연 김" userId="f5b344958fdf3602" providerId="LiveId" clId="{1373B77C-84B8-4177-969E-FCCC814B5B2D}" dt="2025-11-10T08:43:18.871" v="630" actId="1038"/>
          <ac:spMkLst>
            <pc:docMk/>
            <pc:sldMk cId="2193572437" sldId="264"/>
            <ac:spMk id="14" creationId="{4084FDAE-76CB-BA3E-7647-F5CE4C2DF8F0}"/>
          </ac:spMkLst>
        </pc:spChg>
        <pc:spChg chg="add mod">
          <ac:chgData name="주연 김" userId="f5b344958fdf3602" providerId="LiveId" clId="{1373B77C-84B8-4177-969E-FCCC814B5B2D}" dt="2025-11-10T08:36:10.260" v="505" actId="20577"/>
          <ac:spMkLst>
            <pc:docMk/>
            <pc:sldMk cId="2193572437" sldId="264"/>
            <ac:spMk id="15" creationId="{0794F76C-52E0-79A5-3782-EDF02B5C10F6}"/>
          </ac:spMkLst>
        </pc:spChg>
        <pc:spChg chg="add del mod">
          <ac:chgData name="주연 김" userId="f5b344958fdf3602" providerId="LiveId" clId="{1373B77C-84B8-4177-969E-FCCC814B5B2D}" dt="2025-11-10T08:45:49.814" v="681"/>
          <ac:spMkLst>
            <pc:docMk/>
            <pc:sldMk cId="2193572437" sldId="264"/>
            <ac:spMk id="21" creationId="{39506BEA-4411-6285-E7DD-3218C2497D5C}"/>
          </ac:spMkLst>
        </pc:spChg>
        <pc:spChg chg="add">
          <ac:chgData name="주연 김" userId="f5b344958fdf3602" providerId="LiveId" clId="{1373B77C-84B8-4177-969E-FCCC814B5B2D}" dt="2025-11-10T08:45:43.009" v="679"/>
          <ac:spMkLst>
            <pc:docMk/>
            <pc:sldMk cId="2193572437" sldId="264"/>
            <ac:spMk id="22" creationId="{D0688D5D-85EC-6DE6-730D-A334517C177A}"/>
          </ac:spMkLst>
        </pc:spChg>
        <pc:spChg chg="add del mod">
          <ac:chgData name="주연 김" userId="f5b344958fdf3602" providerId="LiveId" clId="{1373B77C-84B8-4177-969E-FCCC814B5B2D}" dt="2025-11-10T08:46:04.437" v="686" actId="478"/>
          <ac:spMkLst>
            <pc:docMk/>
            <pc:sldMk cId="2193572437" sldId="264"/>
            <ac:spMk id="23" creationId="{30DF7FCA-E3CA-5E39-EB79-EFD8738289AD}"/>
          </ac:spMkLst>
        </pc:spChg>
        <pc:spChg chg="add">
          <ac:chgData name="주연 김" userId="f5b344958fdf3602" providerId="LiveId" clId="{1373B77C-84B8-4177-969E-FCCC814B5B2D}" dt="2025-11-10T08:45:54.573" v="683"/>
          <ac:spMkLst>
            <pc:docMk/>
            <pc:sldMk cId="2193572437" sldId="264"/>
            <ac:spMk id="24" creationId="{CE1285A6-3426-B938-CB5F-2B3B85081BA4}"/>
          </ac:spMkLst>
        </pc:spChg>
        <pc:spChg chg="add del mod">
          <ac:chgData name="주연 김" userId="f5b344958fdf3602" providerId="LiveId" clId="{1373B77C-84B8-4177-969E-FCCC814B5B2D}" dt="2025-11-10T08:46:04.437" v="686" actId="478"/>
          <ac:spMkLst>
            <pc:docMk/>
            <pc:sldMk cId="2193572437" sldId="264"/>
            <ac:spMk id="25" creationId="{1445FF48-DAFA-422A-AF1F-AE6C612EC71F}"/>
          </ac:spMkLst>
        </pc:spChg>
        <pc:spChg chg="add del mod">
          <ac:chgData name="주연 김" userId="f5b344958fdf3602" providerId="LiveId" clId="{1373B77C-84B8-4177-969E-FCCC814B5B2D}" dt="2025-11-10T08:47:07.353" v="708" actId="478"/>
          <ac:spMkLst>
            <pc:docMk/>
            <pc:sldMk cId="2193572437" sldId="264"/>
            <ac:spMk id="26" creationId="{AAE1BC94-C087-C1E1-36A1-9C911CD64E64}"/>
          </ac:spMkLst>
        </pc:spChg>
        <pc:spChg chg="add mod">
          <ac:chgData name="주연 김" userId="f5b344958fdf3602" providerId="LiveId" clId="{1373B77C-84B8-4177-969E-FCCC814B5B2D}" dt="2025-11-10T08:47:54.404" v="719" actId="207"/>
          <ac:spMkLst>
            <pc:docMk/>
            <pc:sldMk cId="2193572437" sldId="264"/>
            <ac:spMk id="27" creationId="{74F7C942-8180-6D46-7E86-8470171B39D1}"/>
          </ac:spMkLst>
        </pc:spChg>
        <pc:cxnChg chg="add mod">
          <ac:chgData name="주연 김" userId="f5b344958fdf3602" providerId="LiveId" clId="{1373B77C-84B8-4177-969E-FCCC814B5B2D}" dt="2025-11-10T08:44:38.411" v="657" actId="13822"/>
          <ac:cxnSpMkLst>
            <pc:docMk/>
            <pc:sldMk cId="2193572437" sldId="264"/>
            <ac:cxnSpMk id="17" creationId="{0F0DE631-E874-F9EA-756E-82B25970FF89}"/>
          </ac:cxnSpMkLst>
        </pc:cxnChg>
        <pc:cxnChg chg="add mod">
          <ac:chgData name="주연 김" userId="f5b344958fdf3602" providerId="LiveId" clId="{1373B77C-84B8-4177-969E-FCCC814B5B2D}" dt="2025-11-10T08:45:16.426" v="672" actId="1036"/>
          <ac:cxnSpMkLst>
            <pc:docMk/>
            <pc:sldMk cId="2193572437" sldId="264"/>
            <ac:cxnSpMk id="19" creationId="{2DF657B2-ED82-CE19-FBD9-ADC2661DC885}"/>
          </ac:cxnSpMkLst>
        </pc:cxnChg>
      </pc:sldChg>
      <pc:sldChg chg="add del">
        <pc:chgData name="주연 김" userId="f5b344958fdf3602" providerId="LiveId" clId="{1373B77C-84B8-4177-969E-FCCC814B5B2D}" dt="2025-11-10T08:28:11.026" v="389" actId="47"/>
        <pc:sldMkLst>
          <pc:docMk/>
          <pc:sldMk cId="2261525478" sldId="26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66E268-388B-22E2-03AA-6BD54FE121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0BF1197-ABE5-E196-4B9F-6555832D3E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7981FB-1C34-8BA3-2DCF-773FAF6D6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B1CCD-CBD4-4827-BD75-C89B00FFC559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F61AC7-3E91-4909-4B3F-DF89C6E3F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2078E4-00AC-9012-87DD-6F867ED87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E6094-0F76-4624-B985-101C316C74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3975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40DA07-220D-BEAB-29C9-C81A22616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54A856-979E-C6AE-1932-E3BE082A7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12958E-F2DB-4FA4-10A9-CF64341C7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B1CCD-CBD4-4827-BD75-C89B00FFC559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E7C582-3767-453E-68E7-106772467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BD5DC5-7A20-E897-B245-CF6C37FA4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E6094-0F76-4624-B985-101C316C74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9203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B748FE-0B2A-4BDB-BD97-59B893A80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95D306-5672-C89A-7AB5-EA4A1AA583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8E15D9-A357-1A8A-8FD5-CACFAF682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B1CCD-CBD4-4827-BD75-C89B00FFC559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DF5204-2DA2-9911-3AFB-EF442644C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6AD309-3216-AED9-AC81-A525F8789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E6094-0F76-4624-B985-101C316C74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8054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6B3E8F-A0A3-0E82-6205-DC9DD0375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A45D53-826C-4EE8-24F1-78FF5286FF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578C55B-8C63-E925-82EB-D3EA1A1AD4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8CF2EC4-A586-24F0-DFA5-2ECB46867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B1CCD-CBD4-4827-BD75-C89B00FFC559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E5F77E5-3CAF-FAE4-070C-E50E16745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48AAC1-006A-35FD-C076-E6EEB5E1B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E6094-0F76-4624-B985-101C316C74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4625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7D0FB5-5559-DB62-A2D7-6DFE7C071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2657A37-18B7-3287-C6D0-4DFCD87D6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A7B1F34-8EEC-D01D-A766-D8890BC8F0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3514E73-8485-83B9-EB31-C53A8C2E78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2C606C8-DF30-DD87-BE3D-443951E11E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2162829-E7C2-B418-F98B-AEBAF82BC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B1CCD-CBD4-4827-BD75-C89B00FFC559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A45083E-AE65-4343-2AF5-30F4DC181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42DE48C-1AB1-CB0B-E6DD-A882E6BDD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E6094-0F76-4624-B985-101C316C74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9146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73925F-E907-C7B6-D01B-0C01E0A3E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74E8452-C56C-D926-B5E6-FED9F9B8B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B1CCD-CBD4-4827-BD75-C89B00FFC559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C4074EC-22A4-7BE1-6E3E-8ECA1ACBF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4BE81D3-71B5-5A6F-64D6-CD8DECA91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E6094-0F76-4624-B985-101C316C74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0605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CD29438-4499-1601-0E2A-52175CB68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B1CCD-CBD4-4827-BD75-C89B00FFC559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EE5E8A9-B664-AAD7-6571-BB99BF0DE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F65C47-1862-96F4-0C1C-2C81828F6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E6094-0F76-4624-B985-101C316C74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0842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867009-42B0-835B-8C03-6C0B4C0AD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2C8B1A-D48F-6D23-8C87-FC8D63B91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CB476FC-A192-FF5D-CA25-7D1E3F2661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81FE483-403B-A9D3-AA14-C75C381B3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B1CCD-CBD4-4827-BD75-C89B00FFC559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252447C-4803-4056-06A6-3578317E7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2F3794E-031A-9A3E-12DD-708A6D5A6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E6094-0F76-4624-B985-101C316C74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8252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4D0B95-42D6-A0D7-6E11-C008D4C98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3DDDE55-0B57-F964-0F79-14DC989F24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A2580A1-6C13-9D4D-4D0B-D017A9A0E0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D3C9322-CA1B-0CC2-872A-700F67853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B1CCD-CBD4-4827-BD75-C89B00FFC559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175CF9-0AF7-F934-F5DC-2DA4B5665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1ED9684-F1F5-233C-4938-D19E9E2E3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E6094-0F76-4624-B985-101C316C74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4570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B69FE8-1610-C47A-CFA6-F3F973B1B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34905AB-A8D7-41F8-320A-F2AAB85C4B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97CB24-C056-A70A-F368-2C474D429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B1CCD-CBD4-4827-BD75-C89B00FFC559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A99323-CE90-50E3-5FFB-641E60955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C1B903-190A-AE2F-903C-6B4F439AA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E6094-0F76-4624-B985-101C316C74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3102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9508DC5-18C6-BB42-F62F-DD47EB0C83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C044357-910D-34D1-467D-280A2237AA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D10D20-B3DD-AA3D-710D-22C5B827E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B1CCD-CBD4-4827-BD75-C89B00FFC559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27DEDE-3B7A-EA65-BBBA-FD7448CB5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F20BEB-190C-CA49-E859-1E2AA5AED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E6094-0F76-4624-B985-101C316C74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4992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7B88C02-C15D-DD79-5BBA-B994FFE1F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8005DA-499D-845B-CA16-3E582C4DD8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B75CD4-A182-6948-9526-7DE60EEBA3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3B1CCD-CBD4-4827-BD75-C89B00FFC559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70833D-0003-FDE0-6B4B-0E435E6613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BAF4F3-2C1F-31EB-6C23-3858D6589C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FE6094-0F76-4624-B985-101C316C74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1969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2F9943CA-9C73-C6D0-E396-F9F3659124D8}"/>
              </a:ext>
            </a:extLst>
          </p:cNvPr>
          <p:cNvSpPr/>
          <p:nvPr/>
        </p:nvSpPr>
        <p:spPr>
          <a:xfrm>
            <a:off x="1041007" y="1547415"/>
            <a:ext cx="3812345" cy="33762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648C39-EDA9-4372-D9F1-0F6884FB6DB7}"/>
              </a:ext>
            </a:extLst>
          </p:cNvPr>
          <p:cNvSpPr txBox="1"/>
          <p:nvPr/>
        </p:nvSpPr>
        <p:spPr>
          <a:xfrm>
            <a:off x="1041007" y="1990575"/>
            <a:ext cx="6106159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모두의 계획 </a:t>
            </a:r>
            <a:endParaRPr lang="en-US" altLang="ko-KR" sz="5400" b="1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  <a:p>
            <a:r>
              <a:rPr lang="ko-KR" altLang="en-US" sz="72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플랜잇</a:t>
            </a:r>
            <a:r>
              <a:rPr lang="en-US" altLang="ko-KR" sz="7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(Planit)</a:t>
            </a:r>
            <a:endParaRPr lang="ko-KR" altLang="en-US" sz="7200" b="1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" name="부제목 2">
            <a:extLst>
              <a:ext uri="{FF2B5EF4-FFF2-40B4-BE49-F238E27FC236}">
                <a16:creationId xmlns:a16="http://schemas.microsoft.com/office/drawing/2014/main" id="{DBB33623-28D2-8E22-F42F-A8805E3554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1007" y="4422914"/>
            <a:ext cx="9144000" cy="887671"/>
          </a:xfrm>
        </p:spPr>
        <p:txBody>
          <a:bodyPr anchor="ctr">
            <a:normAutofit/>
          </a:bodyPr>
          <a:lstStyle/>
          <a:p>
            <a:pPr algn="l"/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굴림" panose="020B0600000101010101" pitchFamily="50" charset="-127"/>
              </a:rPr>
              <a:t>Full-Stack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굴림" panose="020B0600000101010101" pitchFamily="50" charset="-127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굴림" panose="020B0600000101010101" pitchFamily="50" charset="-127"/>
              </a:rPr>
              <a:t>9</a:t>
            </a:r>
            <a:r>
              <a:rPr lang="ko-KR" alt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굴림" panose="020B0600000101010101" pitchFamily="50" charset="-127"/>
              </a:rPr>
              <a:t>회차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굴림" panose="020B0600000101010101" pitchFamily="50" charset="-127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굴림" panose="020B0600000101010101" pitchFamily="50" charset="-127"/>
              </a:rPr>
              <a:t>3rd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굴림" panose="020B0600000101010101" pitchFamily="50" charset="-127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굴림" panose="020B0600000101010101" pitchFamily="50" charset="-127"/>
              </a:rPr>
              <a:t>project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굴림" panose="020B0600000101010101" pitchFamily="50" charset="-127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굴림" panose="020B0600000101010101" pitchFamily="50" charset="-127"/>
              </a:rPr>
              <a:t>2025.11</a:t>
            </a:r>
          </a:p>
          <a:p>
            <a:pPr algn="l"/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굴림" panose="020B0600000101010101" pitchFamily="50" charset="-127"/>
              </a:rPr>
              <a:t>[1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굴림" panose="020B0600000101010101" pitchFamily="50" charset="-127"/>
              </a:rPr>
              <a:t>팀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굴림" panose="020B0600000101010101" pitchFamily="50" charset="-127"/>
              </a:rPr>
              <a:t>] 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굴림" panose="020B0600000101010101" pitchFamily="50" charset="-127"/>
              </a:rPr>
              <a:t>김주연 김진우 </a:t>
            </a:r>
            <a:r>
              <a:rPr lang="ko-KR" alt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굴림" panose="020B0600000101010101" pitchFamily="50" charset="-127"/>
              </a:rPr>
              <a:t>박종한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굴림" panose="020B0600000101010101" pitchFamily="50" charset="-127"/>
              </a:rPr>
              <a:t> </a:t>
            </a:r>
            <a:r>
              <a:rPr lang="ko-KR" alt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굴림" panose="020B0600000101010101" pitchFamily="50" charset="-127"/>
              </a:rPr>
              <a:t>이성노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17653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616DA-05A7-EA1B-19C4-9E1D6CA75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63562FD-172E-76AD-741B-BB8B4DB18113}"/>
              </a:ext>
            </a:extLst>
          </p:cNvPr>
          <p:cNvCxnSpPr/>
          <p:nvPr/>
        </p:nvCxnSpPr>
        <p:spPr>
          <a:xfrm>
            <a:off x="425355" y="559558"/>
            <a:ext cx="11368585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60983CE-031C-9725-583E-8897D8BCBC9E}"/>
              </a:ext>
            </a:extLst>
          </p:cNvPr>
          <p:cNvCxnSpPr/>
          <p:nvPr/>
        </p:nvCxnSpPr>
        <p:spPr>
          <a:xfrm>
            <a:off x="425355" y="6307540"/>
            <a:ext cx="11368585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C57380D1-9BB9-134D-E059-70A2BEEBC3D5}"/>
              </a:ext>
            </a:extLst>
          </p:cNvPr>
          <p:cNvSpPr/>
          <p:nvPr/>
        </p:nvSpPr>
        <p:spPr>
          <a:xfrm>
            <a:off x="7954300" y="6129629"/>
            <a:ext cx="3812345" cy="33762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77F60F2-3E51-9905-7667-DEB7A933F6D3}"/>
              </a:ext>
            </a:extLst>
          </p:cNvPr>
          <p:cNvSpPr/>
          <p:nvPr/>
        </p:nvSpPr>
        <p:spPr>
          <a:xfrm>
            <a:off x="425355" y="682387"/>
            <a:ext cx="11368584" cy="54863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31DE3E-67F0-75EC-EC78-4AD91AB367D7}"/>
              </a:ext>
            </a:extLst>
          </p:cNvPr>
          <p:cNvSpPr txBox="1"/>
          <p:nvPr/>
        </p:nvSpPr>
        <p:spPr>
          <a:xfrm>
            <a:off x="805219" y="1037230"/>
            <a:ext cx="12650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>
                <a:latin typeface="+mj-ea"/>
                <a:ea typeface="+mj-ea"/>
              </a:rPr>
              <a:t>Index</a:t>
            </a:r>
            <a:endParaRPr lang="ko-KR" altLang="en-US" sz="3200" b="1">
              <a:latin typeface="+mj-ea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1F94EB-6B25-4DFA-04BD-796F9C449938}"/>
              </a:ext>
            </a:extLst>
          </p:cNvPr>
          <p:cNvSpPr txBox="1"/>
          <p:nvPr/>
        </p:nvSpPr>
        <p:spPr>
          <a:xfrm>
            <a:off x="1091181" y="2004042"/>
            <a:ext cx="7883136" cy="3224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OVERVIEW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ERD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UML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Main </a:t>
            </a:r>
            <a:r>
              <a:rPr lang="en-US" altLang="ko-KR" dirty="0" err="1">
                <a:latin typeface="+mn-ea"/>
              </a:rPr>
              <a:t>Featuers</a:t>
            </a:r>
            <a:r>
              <a:rPr lang="en-US" altLang="ko-KR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주요 기능 정의서</a:t>
            </a:r>
            <a:r>
              <a:rPr lang="en-US" altLang="ko-KR" sz="1200" dirty="0">
                <a:latin typeface="+mn-ea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System Demonstration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Limitation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&amp;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Improvements 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시스템 보완 및 향후 개선 방향</a:t>
            </a:r>
            <a:r>
              <a:rPr lang="en-US" altLang="ko-KR" sz="1200" dirty="0">
                <a:latin typeface="+mn-ea"/>
              </a:rPr>
              <a:t>)</a:t>
            </a:r>
            <a:endParaRPr lang="ko-KR" altLang="en-US" sz="1200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ko-KR" altLang="en-US" sz="1200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85654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26E65-547D-CEDA-AF89-2EAB958EE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EFA3671-B8EC-7AE4-9CDF-0AB2FC937FA3}"/>
              </a:ext>
            </a:extLst>
          </p:cNvPr>
          <p:cNvCxnSpPr/>
          <p:nvPr/>
        </p:nvCxnSpPr>
        <p:spPr>
          <a:xfrm>
            <a:off x="425355" y="559558"/>
            <a:ext cx="11368585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2BD44B3-E4EE-F03B-87DF-AA4E384588A8}"/>
              </a:ext>
            </a:extLst>
          </p:cNvPr>
          <p:cNvCxnSpPr/>
          <p:nvPr/>
        </p:nvCxnSpPr>
        <p:spPr>
          <a:xfrm>
            <a:off x="425355" y="6307540"/>
            <a:ext cx="11368585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8CFC749B-6FC7-27D1-5EB2-E3F5443B15C4}"/>
              </a:ext>
            </a:extLst>
          </p:cNvPr>
          <p:cNvSpPr/>
          <p:nvPr/>
        </p:nvSpPr>
        <p:spPr>
          <a:xfrm>
            <a:off x="7954300" y="6129629"/>
            <a:ext cx="3812345" cy="33762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5BE555-E7D6-EED8-312C-544774573575}"/>
              </a:ext>
            </a:extLst>
          </p:cNvPr>
          <p:cNvSpPr txBox="1"/>
          <p:nvPr/>
        </p:nvSpPr>
        <p:spPr>
          <a:xfrm>
            <a:off x="4805988" y="2664108"/>
            <a:ext cx="260731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latin typeface="+mj-ea"/>
                <a:ea typeface="+mj-ea"/>
              </a:rPr>
              <a:t>overview</a:t>
            </a:r>
            <a:endParaRPr lang="ko-KR" altLang="en-US" sz="4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27682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63B47-D7E7-3D32-4A29-4437E9B90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FF2C64C-5438-FAF7-46C0-F4515950DCAA}"/>
              </a:ext>
            </a:extLst>
          </p:cNvPr>
          <p:cNvCxnSpPr/>
          <p:nvPr/>
        </p:nvCxnSpPr>
        <p:spPr>
          <a:xfrm>
            <a:off x="425355" y="559558"/>
            <a:ext cx="11368585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481B09D-5AA3-020C-1F35-4301481EAB2B}"/>
              </a:ext>
            </a:extLst>
          </p:cNvPr>
          <p:cNvCxnSpPr/>
          <p:nvPr/>
        </p:nvCxnSpPr>
        <p:spPr>
          <a:xfrm>
            <a:off x="425355" y="6307540"/>
            <a:ext cx="11368585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467BF5C4-9E17-8D6C-E45F-2862780B5A7E}"/>
              </a:ext>
            </a:extLst>
          </p:cNvPr>
          <p:cNvSpPr/>
          <p:nvPr/>
        </p:nvSpPr>
        <p:spPr>
          <a:xfrm>
            <a:off x="7954300" y="6129629"/>
            <a:ext cx="3812345" cy="33762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A86EBE-83A8-7297-4A00-81C00E6FBF2A}"/>
              </a:ext>
            </a:extLst>
          </p:cNvPr>
          <p:cNvSpPr/>
          <p:nvPr/>
        </p:nvSpPr>
        <p:spPr>
          <a:xfrm>
            <a:off x="425355" y="682387"/>
            <a:ext cx="11368584" cy="54863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11DCAF-FBE2-887D-2CAC-E1489E9E1FB7}"/>
              </a:ext>
            </a:extLst>
          </p:cNvPr>
          <p:cNvSpPr txBox="1"/>
          <p:nvPr/>
        </p:nvSpPr>
        <p:spPr>
          <a:xfrm>
            <a:off x="805219" y="1037230"/>
            <a:ext cx="32980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>
                <a:latin typeface="+mj-ea"/>
                <a:ea typeface="+mj-ea"/>
              </a:rPr>
              <a:t>Planit</a:t>
            </a:r>
            <a:r>
              <a:rPr lang="ko-KR" altLang="en-US" sz="3200" b="1" dirty="0">
                <a:latin typeface="+mj-ea"/>
                <a:ea typeface="+mj-ea"/>
              </a:rPr>
              <a:t> </a:t>
            </a:r>
            <a:r>
              <a:rPr lang="en-US" altLang="ko-KR" sz="3200" b="1" dirty="0" err="1">
                <a:latin typeface="+mj-ea"/>
                <a:ea typeface="+mj-ea"/>
              </a:rPr>
              <a:t>OverView</a:t>
            </a:r>
            <a:endParaRPr lang="ko-KR" altLang="en-US" sz="3200" b="1" dirty="0">
              <a:latin typeface="+mj-ea"/>
              <a:ea typeface="+mj-ea"/>
            </a:endParaRP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273284A4-F97F-71A3-6B8D-DD7681A8BD64}"/>
              </a:ext>
            </a:extLst>
          </p:cNvPr>
          <p:cNvSpPr txBox="1">
            <a:spLocks/>
          </p:cNvSpPr>
          <p:nvPr/>
        </p:nvSpPr>
        <p:spPr>
          <a:xfrm>
            <a:off x="1069590" y="1976849"/>
            <a:ext cx="10052819" cy="73905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380985" rtl="0" eaLnBrk="1" latinLnBrk="1" hangingPunct="1">
              <a:spcBef>
                <a:spcPct val="20000"/>
              </a:spcBef>
              <a:buFont typeface="Arial"/>
              <a:buNone/>
              <a:defRPr sz="1667" b="0" i="0" kern="1200">
                <a:solidFill>
                  <a:schemeClr val="tx1">
                    <a:tint val="75000"/>
                  </a:schemeClr>
                </a:solidFill>
                <a:latin typeface="Market Sans Light"/>
                <a:ea typeface="+mn-ea"/>
                <a:cs typeface="Market Sans Light"/>
              </a:defRPr>
            </a:lvl1pPr>
            <a:lvl2pPr marL="380985" indent="0" algn="l" defTabSz="380985" rtl="0" eaLnBrk="1" latinLnBrk="1" hangingPunct="1">
              <a:spcBef>
                <a:spcPct val="20000"/>
              </a:spcBef>
              <a:buFont typeface="Arial"/>
              <a:buNone/>
              <a:defRPr sz="1500" b="0" i="0" kern="1200">
                <a:solidFill>
                  <a:schemeClr val="tx1">
                    <a:tint val="75000"/>
                  </a:schemeClr>
                </a:solidFill>
                <a:latin typeface="Market Sans Light"/>
                <a:ea typeface="+mn-ea"/>
                <a:cs typeface="Market Sans Light"/>
              </a:defRPr>
            </a:lvl2pPr>
            <a:lvl3pPr marL="761970" indent="0" algn="l" defTabSz="380985" rtl="0" eaLnBrk="1" latinLnBrk="1" hangingPunct="1">
              <a:spcBef>
                <a:spcPct val="20000"/>
              </a:spcBef>
              <a:buFont typeface="Arial"/>
              <a:buNone/>
              <a:defRPr sz="1333" b="0" i="0" kern="1200">
                <a:solidFill>
                  <a:schemeClr val="tx1">
                    <a:tint val="75000"/>
                  </a:schemeClr>
                </a:solidFill>
                <a:latin typeface="Market Sans Light"/>
                <a:ea typeface="+mn-ea"/>
                <a:cs typeface="Market Sans Light"/>
              </a:defRPr>
            </a:lvl3pPr>
            <a:lvl4pPr marL="1142954" indent="0" algn="l" defTabSz="380985" rtl="0" eaLnBrk="1" latinLnBrk="1" hangingPunct="1">
              <a:spcBef>
                <a:spcPct val="20000"/>
              </a:spcBef>
              <a:buFont typeface="Arial"/>
              <a:buNone/>
              <a:defRPr sz="1167" b="0" i="0" kern="1200">
                <a:solidFill>
                  <a:schemeClr val="tx1">
                    <a:tint val="75000"/>
                  </a:schemeClr>
                </a:solidFill>
                <a:latin typeface="Market Sans Light"/>
                <a:ea typeface="+mn-ea"/>
                <a:cs typeface="Market Sans Light"/>
              </a:defRPr>
            </a:lvl4pPr>
            <a:lvl5pPr marL="1523939" indent="0" algn="l" defTabSz="380985" rtl="0" eaLnBrk="1" latinLnBrk="1" hangingPunct="1">
              <a:spcBef>
                <a:spcPct val="20000"/>
              </a:spcBef>
              <a:buFont typeface="Arial"/>
              <a:buNone/>
              <a:defRPr sz="1167" b="0" i="0" kern="1200">
                <a:solidFill>
                  <a:schemeClr val="tx1">
                    <a:tint val="75000"/>
                  </a:schemeClr>
                </a:solidFill>
                <a:latin typeface="Market Sans Light"/>
                <a:ea typeface="+mn-ea"/>
                <a:cs typeface="Market Sans Light"/>
              </a:defRPr>
            </a:lvl5pPr>
            <a:lvl6pPr marL="1904924" indent="0" algn="l" defTabSz="380985" rtl="0" eaLnBrk="1" latinLnBrk="1" hangingPunct="1">
              <a:spcBef>
                <a:spcPct val="20000"/>
              </a:spcBef>
              <a:buFont typeface="Arial"/>
              <a:buNone/>
              <a:defRPr sz="1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85909" indent="0" algn="l" defTabSz="380985" rtl="0" eaLnBrk="1" latinLnBrk="1" hangingPunct="1">
              <a:spcBef>
                <a:spcPct val="20000"/>
              </a:spcBef>
              <a:buFont typeface="Arial"/>
              <a:buNone/>
              <a:defRPr sz="1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666893" indent="0" algn="l" defTabSz="380985" rtl="0" eaLnBrk="1" latinLnBrk="1" hangingPunct="1">
              <a:spcBef>
                <a:spcPct val="20000"/>
              </a:spcBef>
              <a:buFont typeface="Arial"/>
              <a:buNone/>
              <a:defRPr sz="1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047878" indent="0" algn="l" defTabSz="380985" rtl="0" eaLnBrk="1" latinLnBrk="1" hangingPunct="1">
              <a:spcBef>
                <a:spcPct val="20000"/>
              </a:spcBef>
              <a:buFont typeface="Arial"/>
              <a:buNone/>
              <a:defRPr sz="1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2400" b="1" dirty="0">
                <a:solidFill>
                  <a:schemeClr val="accent3">
                    <a:lumMod val="50000"/>
                  </a:schemeClr>
                </a:solidFill>
                <a:latin typeface="+mj-ea"/>
                <a:ea typeface="+mj-ea"/>
              </a:rPr>
              <a:t>개요</a:t>
            </a:r>
            <a:endParaRPr lang="en-US" altLang="ko-KR" sz="2400" b="1" dirty="0">
              <a:solidFill>
                <a:schemeClr val="accent3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2C7FE0-D1BA-FC22-207C-C74FE2E14DE5}"/>
              </a:ext>
            </a:extLst>
          </p:cNvPr>
          <p:cNvSpPr txBox="1"/>
          <p:nvPr/>
        </p:nvSpPr>
        <p:spPr>
          <a:xfrm>
            <a:off x="1100607" y="2631062"/>
            <a:ext cx="1023041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600" b="1" dirty="0">
                <a:latin typeface="+mn-ea"/>
              </a:rPr>
              <a:t>프로젝트명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모두의 계획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 err="1">
                <a:latin typeface="+mn-ea"/>
              </a:rPr>
              <a:t>플랜잇</a:t>
            </a:r>
            <a:r>
              <a:rPr lang="en-US" altLang="ko-KR" sz="1600" dirty="0">
                <a:latin typeface="+mn-ea"/>
              </a:rPr>
              <a:t>(Planit)</a:t>
            </a:r>
            <a:endParaRPr lang="en-US" altLang="ko-KR" sz="1600" b="1" dirty="0">
              <a:solidFill>
                <a:schemeClr val="accent3">
                  <a:lumMod val="50000"/>
                </a:schemeClr>
              </a:solidFill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600" b="1" dirty="0">
                <a:latin typeface="+mn-ea"/>
              </a:rPr>
              <a:t>진행일정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>
                <a:latin typeface="+mn-ea"/>
              </a:rPr>
              <a:t>: 2025.11.14(</a:t>
            </a:r>
            <a:r>
              <a:rPr lang="ko-KR" altLang="en-US" sz="1600" dirty="0">
                <a:latin typeface="+mn-ea"/>
              </a:rPr>
              <a:t>금</a:t>
            </a:r>
            <a:r>
              <a:rPr lang="en-US" altLang="ko-KR" sz="1600" dirty="0">
                <a:latin typeface="+mn-ea"/>
              </a:rPr>
              <a:t>) ~ 12.02(</a:t>
            </a:r>
            <a:r>
              <a:rPr lang="ko-KR" altLang="en-US" sz="1600" dirty="0">
                <a:latin typeface="+mn-ea"/>
              </a:rPr>
              <a:t>화</a:t>
            </a:r>
            <a:r>
              <a:rPr lang="en-US" altLang="ko-KR" sz="1600" dirty="0">
                <a:latin typeface="+mn-ea"/>
              </a:rPr>
              <a:t>), </a:t>
            </a:r>
            <a:r>
              <a:rPr lang="ko-KR" altLang="en-US" sz="1600" dirty="0">
                <a:latin typeface="+mn-ea"/>
              </a:rPr>
              <a:t>총 </a:t>
            </a:r>
            <a:r>
              <a:rPr lang="en-US" altLang="ko-KR" sz="1600" dirty="0">
                <a:latin typeface="+mn-ea"/>
              </a:rPr>
              <a:t>13</a:t>
            </a:r>
            <a:r>
              <a:rPr lang="ko-KR" altLang="en-US" sz="1600" dirty="0">
                <a:latin typeface="+mn-ea"/>
              </a:rPr>
              <a:t>일간</a:t>
            </a:r>
            <a:endParaRPr lang="en-US" altLang="ko-KR" sz="1600" dirty="0"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600" b="1" dirty="0"/>
              <a:t>목적</a:t>
            </a:r>
            <a:r>
              <a:rPr lang="en-US" altLang="ko-KR" sz="1600" b="1" dirty="0"/>
              <a:t>:</a:t>
            </a:r>
            <a:r>
              <a:rPr lang="ko-KR" altLang="en-US" sz="1600" dirty="0"/>
              <a:t> 일정 관리</a:t>
            </a:r>
            <a:r>
              <a:rPr lang="en-US" altLang="ko-KR" sz="1600" dirty="0"/>
              <a:t>, </a:t>
            </a:r>
            <a:r>
              <a:rPr lang="ko-KR" altLang="en-US" sz="1600" dirty="0"/>
              <a:t>알림 설정</a:t>
            </a:r>
            <a:r>
              <a:rPr lang="en-US" altLang="ko-KR" sz="1600" dirty="0"/>
              <a:t>, </a:t>
            </a:r>
            <a:r>
              <a:rPr lang="ko-KR" altLang="en-US" sz="1600" dirty="0"/>
              <a:t>이벤트 공유</a:t>
            </a:r>
            <a:endParaRPr lang="en-US" altLang="ko-KR" sz="16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ko-KR" altLang="en-US" sz="1600" dirty="0"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600" b="1" dirty="0">
                <a:latin typeface="+mn-ea"/>
              </a:rPr>
              <a:t>브랜드 컨셉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>
                <a:latin typeface="+mn-ea"/>
              </a:rPr>
              <a:t>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sz="1600" dirty="0">
              <a:latin typeface="+mn-ea"/>
            </a:endParaRPr>
          </a:p>
          <a:p>
            <a:r>
              <a:rPr lang="en-US" altLang="ko-KR" sz="1600" dirty="0">
                <a:latin typeface="+mn-ea"/>
              </a:rPr>
              <a:t>   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600" b="1" dirty="0">
                <a:latin typeface="+mn-ea"/>
              </a:rPr>
              <a:t>주요 내용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>
                <a:latin typeface="+mn-ea"/>
              </a:rPr>
              <a:t>:</a:t>
            </a:r>
          </a:p>
          <a:p>
            <a:r>
              <a:rPr lang="en-US" altLang="ko-KR" sz="1600" dirty="0">
                <a:latin typeface="+mn-ea"/>
              </a:rPr>
              <a:t>    Spring Boot</a:t>
            </a:r>
            <a:r>
              <a:rPr lang="ko-KR" altLang="en-US" sz="1600" dirty="0">
                <a:latin typeface="+mn-ea"/>
              </a:rPr>
              <a:t>와 </a:t>
            </a:r>
            <a:r>
              <a:rPr lang="en-US" altLang="ko-KR" sz="1600" dirty="0">
                <a:latin typeface="+mn-ea"/>
              </a:rPr>
              <a:t>React, Oracle DB</a:t>
            </a:r>
            <a:r>
              <a:rPr lang="ko-KR" altLang="en-US" sz="1600" dirty="0">
                <a:latin typeface="+mn-ea"/>
              </a:rPr>
              <a:t>를 기반</a:t>
            </a:r>
            <a:endParaRPr lang="en-US" altLang="ko-KR" sz="16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40721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2FBD2-0887-D0E9-5337-2A1215567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1E4C0770-7B53-6000-7C88-4486D39A9DEC}"/>
              </a:ext>
            </a:extLst>
          </p:cNvPr>
          <p:cNvCxnSpPr/>
          <p:nvPr/>
        </p:nvCxnSpPr>
        <p:spPr>
          <a:xfrm>
            <a:off x="425355" y="559558"/>
            <a:ext cx="11368585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7876F27-1E7F-5E99-87AD-35DDB1CF046A}"/>
              </a:ext>
            </a:extLst>
          </p:cNvPr>
          <p:cNvCxnSpPr/>
          <p:nvPr/>
        </p:nvCxnSpPr>
        <p:spPr>
          <a:xfrm>
            <a:off x="425355" y="6307540"/>
            <a:ext cx="11368585" cy="0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B5DDFCF3-8426-BBC9-C728-0848B04335AF}"/>
              </a:ext>
            </a:extLst>
          </p:cNvPr>
          <p:cNvSpPr/>
          <p:nvPr/>
        </p:nvSpPr>
        <p:spPr>
          <a:xfrm>
            <a:off x="7954300" y="6129629"/>
            <a:ext cx="3812345" cy="33762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58099FE-7F62-F3D9-16D9-391D95184AF0}"/>
              </a:ext>
            </a:extLst>
          </p:cNvPr>
          <p:cNvSpPr/>
          <p:nvPr/>
        </p:nvSpPr>
        <p:spPr>
          <a:xfrm>
            <a:off x="425355" y="682387"/>
            <a:ext cx="11368584" cy="54863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D33BEB-025C-882A-5ADE-720B249F26F7}"/>
              </a:ext>
            </a:extLst>
          </p:cNvPr>
          <p:cNvSpPr txBox="1"/>
          <p:nvPr/>
        </p:nvSpPr>
        <p:spPr>
          <a:xfrm>
            <a:off x="805219" y="1037230"/>
            <a:ext cx="32980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>
                <a:latin typeface="+mj-ea"/>
                <a:ea typeface="+mj-ea"/>
              </a:rPr>
              <a:t>Planit</a:t>
            </a:r>
            <a:r>
              <a:rPr lang="ko-KR" altLang="en-US" sz="3200" b="1" dirty="0">
                <a:latin typeface="+mj-ea"/>
                <a:ea typeface="+mj-ea"/>
              </a:rPr>
              <a:t> </a:t>
            </a:r>
            <a:r>
              <a:rPr lang="en-US" altLang="ko-KR" sz="3200" b="1" dirty="0" err="1">
                <a:latin typeface="+mj-ea"/>
                <a:ea typeface="+mj-ea"/>
              </a:rPr>
              <a:t>OverView</a:t>
            </a:r>
            <a:endParaRPr lang="ko-KR" altLang="en-US" sz="3200" b="1" dirty="0">
              <a:latin typeface="+mj-ea"/>
              <a:ea typeface="+mj-ea"/>
            </a:endParaRP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77FA00DA-0A23-3EBA-AA28-78D4307D7B43}"/>
              </a:ext>
            </a:extLst>
          </p:cNvPr>
          <p:cNvSpPr txBox="1">
            <a:spLocks/>
          </p:cNvSpPr>
          <p:nvPr/>
        </p:nvSpPr>
        <p:spPr>
          <a:xfrm>
            <a:off x="1069590" y="1976849"/>
            <a:ext cx="10052819" cy="73905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380985" rtl="0" eaLnBrk="1" latinLnBrk="1" hangingPunct="1">
              <a:spcBef>
                <a:spcPct val="20000"/>
              </a:spcBef>
              <a:buFont typeface="Arial"/>
              <a:buNone/>
              <a:defRPr sz="1667" b="0" i="0" kern="1200">
                <a:solidFill>
                  <a:schemeClr val="tx1">
                    <a:tint val="75000"/>
                  </a:schemeClr>
                </a:solidFill>
                <a:latin typeface="Market Sans Light"/>
                <a:ea typeface="+mn-ea"/>
                <a:cs typeface="Market Sans Light"/>
              </a:defRPr>
            </a:lvl1pPr>
            <a:lvl2pPr marL="380985" indent="0" algn="l" defTabSz="380985" rtl="0" eaLnBrk="1" latinLnBrk="1" hangingPunct="1">
              <a:spcBef>
                <a:spcPct val="20000"/>
              </a:spcBef>
              <a:buFont typeface="Arial"/>
              <a:buNone/>
              <a:defRPr sz="1500" b="0" i="0" kern="1200">
                <a:solidFill>
                  <a:schemeClr val="tx1">
                    <a:tint val="75000"/>
                  </a:schemeClr>
                </a:solidFill>
                <a:latin typeface="Market Sans Light"/>
                <a:ea typeface="+mn-ea"/>
                <a:cs typeface="Market Sans Light"/>
              </a:defRPr>
            </a:lvl2pPr>
            <a:lvl3pPr marL="761970" indent="0" algn="l" defTabSz="380985" rtl="0" eaLnBrk="1" latinLnBrk="1" hangingPunct="1">
              <a:spcBef>
                <a:spcPct val="20000"/>
              </a:spcBef>
              <a:buFont typeface="Arial"/>
              <a:buNone/>
              <a:defRPr sz="1333" b="0" i="0" kern="1200">
                <a:solidFill>
                  <a:schemeClr val="tx1">
                    <a:tint val="75000"/>
                  </a:schemeClr>
                </a:solidFill>
                <a:latin typeface="Market Sans Light"/>
                <a:ea typeface="+mn-ea"/>
                <a:cs typeface="Market Sans Light"/>
              </a:defRPr>
            </a:lvl3pPr>
            <a:lvl4pPr marL="1142954" indent="0" algn="l" defTabSz="380985" rtl="0" eaLnBrk="1" latinLnBrk="1" hangingPunct="1">
              <a:spcBef>
                <a:spcPct val="20000"/>
              </a:spcBef>
              <a:buFont typeface="Arial"/>
              <a:buNone/>
              <a:defRPr sz="1167" b="0" i="0" kern="1200">
                <a:solidFill>
                  <a:schemeClr val="tx1">
                    <a:tint val="75000"/>
                  </a:schemeClr>
                </a:solidFill>
                <a:latin typeface="Market Sans Light"/>
                <a:ea typeface="+mn-ea"/>
                <a:cs typeface="Market Sans Light"/>
              </a:defRPr>
            </a:lvl4pPr>
            <a:lvl5pPr marL="1523939" indent="0" algn="l" defTabSz="380985" rtl="0" eaLnBrk="1" latinLnBrk="1" hangingPunct="1">
              <a:spcBef>
                <a:spcPct val="20000"/>
              </a:spcBef>
              <a:buFont typeface="Arial"/>
              <a:buNone/>
              <a:defRPr sz="1167" b="0" i="0" kern="1200">
                <a:solidFill>
                  <a:schemeClr val="tx1">
                    <a:tint val="75000"/>
                  </a:schemeClr>
                </a:solidFill>
                <a:latin typeface="Market Sans Light"/>
                <a:ea typeface="+mn-ea"/>
                <a:cs typeface="Market Sans Light"/>
              </a:defRPr>
            </a:lvl5pPr>
            <a:lvl6pPr marL="1904924" indent="0" algn="l" defTabSz="380985" rtl="0" eaLnBrk="1" latinLnBrk="1" hangingPunct="1">
              <a:spcBef>
                <a:spcPct val="20000"/>
              </a:spcBef>
              <a:buFont typeface="Arial"/>
              <a:buNone/>
              <a:defRPr sz="1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85909" indent="0" algn="l" defTabSz="380985" rtl="0" eaLnBrk="1" latinLnBrk="1" hangingPunct="1">
              <a:spcBef>
                <a:spcPct val="20000"/>
              </a:spcBef>
              <a:buFont typeface="Arial"/>
              <a:buNone/>
              <a:defRPr sz="1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666893" indent="0" algn="l" defTabSz="380985" rtl="0" eaLnBrk="1" latinLnBrk="1" hangingPunct="1">
              <a:spcBef>
                <a:spcPct val="20000"/>
              </a:spcBef>
              <a:buFont typeface="Arial"/>
              <a:buNone/>
              <a:defRPr sz="1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047878" indent="0" algn="l" defTabSz="380985" rtl="0" eaLnBrk="1" latinLnBrk="1" hangingPunct="1">
              <a:spcBef>
                <a:spcPct val="20000"/>
              </a:spcBef>
              <a:buFont typeface="Arial"/>
              <a:buNone/>
              <a:defRPr sz="1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2400" b="1" dirty="0">
                <a:solidFill>
                  <a:schemeClr val="accent2">
                    <a:lumMod val="50000"/>
                  </a:schemeClr>
                </a:solidFill>
                <a:latin typeface="+mj-ea"/>
                <a:ea typeface="+mj-ea"/>
              </a:rPr>
              <a:t>주요기능</a:t>
            </a:r>
            <a:endParaRPr lang="en-US" altLang="ko-KR" sz="2400" b="1" dirty="0">
              <a:solidFill>
                <a:schemeClr val="accent2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599B265-5808-FD71-671B-841997B7365B}"/>
              </a:ext>
            </a:extLst>
          </p:cNvPr>
          <p:cNvSpPr/>
          <p:nvPr/>
        </p:nvSpPr>
        <p:spPr>
          <a:xfrm>
            <a:off x="1069590" y="3429000"/>
            <a:ext cx="3222078" cy="2662116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일정 생성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/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수정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/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삭제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algn="ctr"/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반복 일정 설정 가능</a:t>
            </a:r>
            <a:b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</a:b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(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매일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매주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매월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맞춤형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)</a:t>
            </a:r>
          </a:p>
          <a:p>
            <a:pPr algn="ctr"/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일정 색상 지정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algn="ctr"/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알람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/</a:t>
            </a:r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리마인더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algn="ctr"/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일정 상세 정보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algn="ctr"/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algn="ctr"/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DD70129-7B9D-45B6-F97B-F3AEBF01D73B}"/>
              </a:ext>
            </a:extLst>
          </p:cNvPr>
          <p:cNvSpPr/>
          <p:nvPr/>
        </p:nvSpPr>
        <p:spPr>
          <a:xfrm>
            <a:off x="4476868" y="3429000"/>
            <a:ext cx="3222077" cy="971962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일별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/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주별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/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월별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algn="ctr"/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FF58832-4988-4B63-9236-FF8EBAEE7CD8}"/>
              </a:ext>
            </a:extLst>
          </p:cNvPr>
          <p:cNvSpPr/>
          <p:nvPr/>
        </p:nvSpPr>
        <p:spPr>
          <a:xfrm>
            <a:off x="7900331" y="3428999"/>
            <a:ext cx="3222078" cy="972267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다른 사용자와 일정 공유 가능</a:t>
            </a:r>
          </a:p>
          <a:p>
            <a:pPr algn="ctr"/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이메일로 이벤트 초대 전송 가능</a:t>
            </a:r>
          </a:p>
          <a:p>
            <a:pPr algn="ctr"/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수락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/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거절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/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미정 상태 표시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F69D94F-2F8F-88D1-C0BE-3F0D4FD4CA63}"/>
              </a:ext>
            </a:extLst>
          </p:cNvPr>
          <p:cNvSpPr/>
          <p:nvPr/>
        </p:nvSpPr>
        <p:spPr>
          <a:xfrm>
            <a:off x="4471239" y="5273123"/>
            <a:ext cx="3222077" cy="818297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이벤트 시작 전 알림 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algn="ctr"/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(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시간 단위 설정 가능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)</a:t>
            </a:r>
          </a:p>
          <a:p>
            <a:pPr algn="ctr"/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반복 알림 가능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19D4B2B-F9D3-C08B-28DA-76A9A2DE0071}"/>
              </a:ext>
            </a:extLst>
          </p:cNvPr>
          <p:cNvSpPr/>
          <p:nvPr/>
        </p:nvSpPr>
        <p:spPr>
          <a:xfrm>
            <a:off x="7900331" y="5273123"/>
            <a:ext cx="3222078" cy="818297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일정 검색 기능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algn="ctr"/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태그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/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카테고리 기능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algn="ctr"/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이벤트별 색상 구분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C6E1D75-3333-FF0F-0E80-9AD467BFB166}"/>
              </a:ext>
            </a:extLst>
          </p:cNvPr>
          <p:cNvSpPr/>
          <p:nvPr/>
        </p:nvSpPr>
        <p:spPr>
          <a:xfrm>
            <a:off x="1053404" y="2730688"/>
            <a:ext cx="3222078" cy="617756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accent2">
                    <a:lumMod val="50000"/>
                  </a:schemeClr>
                </a:solidFill>
                <a:latin typeface="+mj-ea"/>
                <a:ea typeface="+mj-ea"/>
              </a:rPr>
              <a:t>일정관리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C4BCEDC-B303-514F-A593-DB4A569A6016}"/>
              </a:ext>
            </a:extLst>
          </p:cNvPr>
          <p:cNvSpPr/>
          <p:nvPr/>
        </p:nvSpPr>
        <p:spPr>
          <a:xfrm>
            <a:off x="4471238" y="2711656"/>
            <a:ext cx="3222078" cy="617756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accent2">
                    <a:lumMod val="50000"/>
                  </a:schemeClr>
                </a:solidFill>
                <a:latin typeface="+mj-ea"/>
                <a:ea typeface="+mj-ea"/>
              </a:rPr>
              <a:t>일정 보기 옵션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9ABA11C-7B20-8505-F46D-EC42D62EE679}"/>
              </a:ext>
            </a:extLst>
          </p:cNvPr>
          <p:cNvSpPr/>
          <p:nvPr/>
        </p:nvSpPr>
        <p:spPr>
          <a:xfrm>
            <a:off x="4471238" y="4532539"/>
            <a:ext cx="3222078" cy="617756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accent2">
                    <a:lumMod val="50000"/>
                  </a:schemeClr>
                </a:solidFill>
                <a:latin typeface="+mj-ea"/>
                <a:ea typeface="+mj-ea"/>
              </a:rPr>
              <a:t>알림 기능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8DC2704-68AA-FA30-4990-37254FE52011}"/>
              </a:ext>
            </a:extLst>
          </p:cNvPr>
          <p:cNvSpPr/>
          <p:nvPr/>
        </p:nvSpPr>
        <p:spPr>
          <a:xfrm>
            <a:off x="7900331" y="2711113"/>
            <a:ext cx="3222078" cy="617756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accent2">
                    <a:lumMod val="50000"/>
                  </a:schemeClr>
                </a:solidFill>
                <a:latin typeface="+mj-ea"/>
                <a:ea typeface="+mj-ea"/>
              </a:rPr>
              <a:t>초대 및 공유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55E71ED-03F5-2C44-9A25-9A9B45E07D75}"/>
              </a:ext>
            </a:extLst>
          </p:cNvPr>
          <p:cNvSpPr/>
          <p:nvPr/>
        </p:nvSpPr>
        <p:spPr>
          <a:xfrm>
            <a:off x="7900331" y="4532539"/>
            <a:ext cx="3222078" cy="617756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accent2">
                    <a:lumMod val="50000"/>
                  </a:schemeClr>
                </a:solidFill>
                <a:latin typeface="+mj-ea"/>
                <a:ea typeface="+mj-ea"/>
              </a:rPr>
              <a:t>검색</a:t>
            </a:r>
            <a:r>
              <a:rPr lang="en-US" altLang="ko-KR" b="1" dirty="0">
                <a:solidFill>
                  <a:schemeClr val="accent2">
                    <a:lumMod val="50000"/>
                  </a:schemeClr>
                </a:solidFill>
                <a:latin typeface="+mj-ea"/>
                <a:ea typeface="+mj-ea"/>
              </a:rPr>
              <a:t>/</a:t>
            </a:r>
            <a:r>
              <a:rPr lang="ko-KR" altLang="en-US" b="1" dirty="0">
                <a:solidFill>
                  <a:schemeClr val="accent2">
                    <a:lumMod val="50000"/>
                  </a:schemeClr>
                </a:solidFill>
                <a:latin typeface="+mj-ea"/>
                <a:ea typeface="+mj-ea"/>
              </a:rPr>
              <a:t>분류 기능</a:t>
            </a:r>
          </a:p>
        </p:txBody>
      </p:sp>
    </p:spTree>
    <p:extLst>
      <p:ext uri="{BB962C8B-B14F-4D97-AF65-F5344CB8AC3E}">
        <p14:creationId xmlns:p14="http://schemas.microsoft.com/office/powerpoint/2010/main" val="2927832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5F61F-27EE-AC29-8DB2-D847EA00C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6B8BC18-3647-CA4C-A6D0-380B43C89987}"/>
              </a:ext>
            </a:extLst>
          </p:cNvPr>
          <p:cNvCxnSpPr/>
          <p:nvPr/>
        </p:nvCxnSpPr>
        <p:spPr>
          <a:xfrm>
            <a:off x="425355" y="559558"/>
            <a:ext cx="11368585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B6A46DB-492B-C5F3-3ED7-D793669FA801}"/>
              </a:ext>
            </a:extLst>
          </p:cNvPr>
          <p:cNvCxnSpPr/>
          <p:nvPr/>
        </p:nvCxnSpPr>
        <p:spPr>
          <a:xfrm>
            <a:off x="425355" y="6307540"/>
            <a:ext cx="11368585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C4064DDD-4111-A163-BEC3-67063F5E2DF7}"/>
              </a:ext>
            </a:extLst>
          </p:cNvPr>
          <p:cNvSpPr/>
          <p:nvPr/>
        </p:nvSpPr>
        <p:spPr>
          <a:xfrm>
            <a:off x="7954300" y="6129629"/>
            <a:ext cx="3812345" cy="33762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78CAF3-CC0F-B98E-4BE5-F1C422DD62E3}"/>
              </a:ext>
            </a:extLst>
          </p:cNvPr>
          <p:cNvSpPr txBox="1"/>
          <p:nvPr/>
        </p:nvSpPr>
        <p:spPr>
          <a:xfrm>
            <a:off x="5457043" y="2664108"/>
            <a:ext cx="127791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latin typeface="+mj-ea"/>
                <a:ea typeface="+mj-ea"/>
              </a:rPr>
              <a:t>ERD</a:t>
            </a:r>
            <a:endParaRPr lang="ko-KR" altLang="en-US" sz="4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250280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47785-B894-6613-B818-3E972B00A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77165CF-96D0-B789-608C-D9B33FD2DA1F}"/>
              </a:ext>
            </a:extLst>
          </p:cNvPr>
          <p:cNvCxnSpPr/>
          <p:nvPr/>
        </p:nvCxnSpPr>
        <p:spPr>
          <a:xfrm>
            <a:off x="425355" y="559558"/>
            <a:ext cx="11368585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6654F2A4-0EF8-51AB-F073-F3B87898A67D}"/>
              </a:ext>
            </a:extLst>
          </p:cNvPr>
          <p:cNvCxnSpPr/>
          <p:nvPr/>
        </p:nvCxnSpPr>
        <p:spPr>
          <a:xfrm>
            <a:off x="425355" y="6307540"/>
            <a:ext cx="11368585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EB03F5C1-4A37-04DA-B5EA-800A268D2C62}"/>
              </a:ext>
            </a:extLst>
          </p:cNvPr>
          <p:cNvSpPr/>
          <p:nvPr/>
        </p:nvSpPr>
        <p:spPr>
          <a:xfrm>
            <a:off x="7954300" y="6129629"/>
            <a:ext cx="3812345" cy="33762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82EE8A8-9F10-2A56-6B25-6283460FA038}"/>
              </a:ext>
            </a:extLst>
          </p:cNvPr>
          <p:cNvSpPr/>
          <p:nvPr/>
        </p:nvSpPr>
        <p:spPr>
          <a:xfrm>
            <a:off x="425355" y="682387"/>
            <a:ext cx="11368584" cy="54863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36378A1-97DE-4094-BBFD-D99CCDCDC8C5}"/>
              </a:ext>
            </a:extLst>
          </p:cNvPr>
          <p:cNvSpPr/>
          <p:nvPr/>
        </p:nvSpPr>
        <p:spPr>
          <a:xfrm>
            <a:off x="1026072" y="2609850"/>
            <a:ext cx="2223565" cy="321092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user_id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PK</a:t>
            </a:r>
          </a:p>
          <a:p>
            <a:pPr algn="ctr"/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name </a:t>
            </a:r>
          </a:p>
          <a:p>
            <a:pPr algn="ctr"/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email </a:t>
            </a:r>
          </a:p>
          <a:p>
            <a:pPr algn="ctr"/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Password</a:t>
            </a:r>
          </a:p>
          <a:p>
            <a:pPr algn="ctr"/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algn="ctr"/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algn="ctr"/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algn="ctr"/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algn="ctr"/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algn="ctr"/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C14873F-810F-4B35-AC42-FDFFFABE15E5}"/>
              </a:ext>
            </a:extLst>
          </p:cNvPr>
          <p:cNvSpPr/>
          <p:nvPr/>
        </p:nvSpPr>
        <p:spPr>
          <a:xfrm>
            <a:off x="1026071" y="1924423"/>
            <a:ext cx="2223565" cy="617756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accent2">
                    <a:lumMod val="50000"/>
                  </a:schemeClr>
                </a:solidFill>
                <a:latin typeface="+mj-ea"/>
                <a:ea typeface="+mj-ea"/>
              </a:rPr>
              <a:t>USER</a:t>
            </a:r>
            <a:endParaRPr lang="ko-KR" altLang="en-US" b="1" dirty="0">
              <a:solidFill>
                <a:schemeClr val="accent2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5C3FD92-083F-C572-DDA7-90CB9EADE968}"/>
              </a:ext>
            </a:extLst>
          </p:cNvPr>
          <p:cNvSpPr/>
          <p:nvPr/>
        </p:nvSpPr>
        <p:spPr>
          <a:xfrm>
            <a:off x="3677248" y="2609850"/>
            <a:ext cx="2223565" cy="321092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event_id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PK</a:t>
            </a:r>
          </a:p>
          <a:p>
            <a:pPr algn="ctr"/>
            <a:r>
              <a:rPr lang="en-US" altLang="ko-KR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user_id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FK </a:t>
            </a:r>
          </a:p>
          <a:p>
            <a:pPr algn="ctr"/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title </a:t>
            </a:r>
          </a:p>
          <a:p>
            <a:pPr algn="ctr"/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Description</a:t>
            </a:r>
          </a:p>
          <a:p>
            <a:pPr algn="ctr"/>
            <a:r>
              <a:rPr lang="en-US" altLang="ko-KR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start_time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</a:p>
          <a:p>
            <a:pPr algn="ctr"/>
            <a:r>
              <a:rPr lang="en-US" altLang="ko-KR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end_time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</a:p>
          <a:p>
            <a:pPr algn="ctr"/>
            <a:r>
              <a:rPr lang="en-US" altLang="ko-KR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repeat_type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</a:p>
          <a:p>
            <a:pPr algn="ctr"/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color </a:t>
            </a:r>
          </a:p>
          <a:p>
            <a:pPr algn="ctr"/>
            <a:r>
              <a:rPr lang="en-US" altLang="ko-KR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category_id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FK (optional) </a:t>
            </a:r>
            <a:endParaRPr lang="ko-KR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9895F2B-4AF9-D83E-FC28-B77565C68952}"/>
              </a:ext>
            </a:extLst>
          </p:cNvPr>
          <p:cNvSpPr/>
          <p:nvPr/>
        </p:nvSpPr>
        <p:spPr>
          <a:xfrm>
            <a:off x="3677247" y="1924423"/>
            <a:ext cx="2223565" cy="617756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accent2">
                    <a:lumMod val="50000"/>
                  </a:schemeClr>
                </a:solidFill>
                <a:latin typeface="+mj-ea"/>
                <a:ea typeface="+mj-ea"/>
              </a:rPr>
              <a:t>event</a:t>
            </a:r>
            <a:endParaRPr lang="ko-KR" altLang="en-US" b="1" dirty="0">
              <a:solidFill>
                <a:schemeClr val="accent2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035000F-B905-DAC8-F163-6F318D8B452F}"/>
              </a:ext>
            </a:extLst>
          </p:cNvPr>
          <p:cNvSpPr/>
          <p:nvPr/>
        </p:nvSpPr>
        <p:spPr>
          <a:xfrm>
            <a:off x="6286220" y="2609850"/>
            <a:ext cx="2223565" cy="2088759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attendee_id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PK</a:t>
            </a:r>
          </a:p>
          <a:p>
            <a:pPr algn="ctr"/>
            <a:r>
              <a:rPr lang="en-US" altLang="ko-KR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event_id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FK </a:t>
            </a:r>
          </a:p>
          <a:p>
            <a:pPr algn="ctr"/>
            <a:r>
              <a:rPr lang="en-US" altLang="ko-KR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user_id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FK </a:t>
            </a:r>
          </a:p>
          <a:p>
            <a:pPr algn="ctr"/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Status</a:t>
            </a:r>
            <a:endParaRPr lang="ko-KR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E35AE3F-193F-3BB3-4B32-8DA411795199}"/>
              </a:ext>
            </a:extLst>
          </p:cNvPr>
          <p:cNvSpPr/>
          <p:nvPr/>
        </p:nvSpPr>
        <p:spPr>
          <a:xfrm>
            <a:off x="6286219" y="1924423"/>
            <a:ext cx="2223565" cy="617756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>
                <a:solidFill>
                  <a:schemeClr val="accent2">
                    <a:lumMod val="50000"/>
                  </a:schemeClr>
                </a:solidFill>
                <a:latin typeface="+mj-ea"/>
              </a:rPr>
              <a:t>Event_Attendee</a:t>
            </a:r>
            <a:endParaRPr lang="ko-KR" altLang="en-US" sz="1050" b="1" dirty="0">
              <a:solidFill>
                <a:schemeClr val="accent2">
                  <a:lumMod val="50000"/>
                </a:schemeClr>
              </a:solidFill>
              <a:latin typeface="+mj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5CCCE21-908F-22F3-2B09-11C23A31BDC3}"/>
              </a:ext>
            </a:extLst>
          </p:cNvPr>
          <p:cNvSpPr/>
          <p:nvPr/>
        </p:nvSpPr>
        <p:spPr>
          <a:xfrm>
            <a:off x="8909260" y="2609850"/>
            <a:ext cx="2223565" cy="2088759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category_id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PK</a:t>
            </a:r>
          </a:p>
          <a:p>
            <a:pPr algn="ctr"/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name </a:t>
            </a:r>
          </a:p>
          <a:p>
            <a:pPr algn="ctr"/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color </a:t>
            </a:r>
            <a:endParaRPr lang="ko-KR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084FDAE-76CB-BA3E-7647-F5CE4C2DF8F0}"/>
              </a:ext>
            </a:extLst>
          </p:cNvPr>
          <p:cNvSpPr/>
          <p:nvPr/>
        </p:nvSpPr>
        <p:spPr>
          <a:xfrm>
            <a:off x="8909259" y="1924423"/>
            <a:ext cx="2223565" cy="617756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accent2">
                    <a:lumMod val="50000"/>
                  </a:schemeClr>
                </a:solidFill>
                <a:latin typeface="+mj-ea"/>
                <a:ea typeface="+mj-ea"/>
              </a:rPr>
              <a:t>Category</a:t>
            </a:r>
            <a:endParaRPr lang="ko-KR" altLang="en-US" sz="1050" b="1" dirty="0">
              <a:solidFill>
                <a:schemeClr val="accent2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94F76C-52E0-79A5-3782-EDF02B5C10F6}"/>
              </a:ext>
            </a:extLst>
          </p:cNvPr>
          <p:cNvSpPr txBox="1"/>
          <p:nvPr/>
        </p:nvSpPr>
        <p:spPr>
          <a:xfrm>
            <a:off x="805219" y="1037230"/>
            <a:ext cx="2084225" cy="52322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ko-KR" altLang="en-US" sz="2800" b="1" dirty="0" err="1">
                <a:latin typeface="Malgun Gothic"/>
                <a:ea typeface="Malgun Gothic"/>
              </a:rPr>
              <a:t>플랜잇</a:t>
            </a:r>
            <a:r>
              <a:rPr lang="ko-KR" altLang="en-US" sz="2800" b="1" dirty="0">
                <a:latin typeface="Malgun Gothic"/>
                <a:ea typeface="Malgun Gothic"/>
              </a:rPr>
              <a:t> </a:t>
            </a:r>
            <a:r>
              <a:rPr lang="en-US" altLang="ko-KR" sz="2800" b="1" dirty="0">
                <a:latin typeface="Malgun Gothic"/>
                <a:ea typeface="Malgun Gothic"/>
              </a:rPr>
              <a:t>ERD</a:t>
            </a:r>
            <a:endParaRPr lang="ko-KR" b="1" dirty="0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0F0DE631-E874-F9EA-756E-82B25970FF89}"/>
              </a:ext>
            </a:extLst>
          </p:cNvPr>
          <p:cNvCxnSpPr/>
          <p:nvPr/>
        </p:nvCxnSpPr>
        <p:spPr>
          <a:xfrm flipH="1">
            <a:off x="3128594" y="3091376"/>
            <a:ext cx="66968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2DF657B2-ED82-CE19-FBD9-ADC2661DC885}"/>
              </a:ext>
            </a:extLst>
          </p:cNvPr>
          <p:cNvCxnSpPr>
            <a:cxnSpLocks/>
          </p:cNvCxnSpPr>
          <p:nvPr/>
        </p:nvCxnSpPr>
        <p:spPr>
          <a:xfrm>
            <a:off x="5767754" y="3485272"/>
            <a:ext cx="73152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7" name="Rectangle 4">
            <a:extLst>
              <a:ext uri="{FF2B5EF4-FFF2-40B4-BE49-F238E27FC236}">
                <a16:creationId xmlns:a16="http://schemas.microsoft.com/office/drawing/2014/main" id="{74F7C942-8180-6D46-7E86-8470171B39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0023" y="4799208"/>
            <a:ext cx="5418471" cy="1021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ko-KR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User와</a:t>
            </a:r>
            <a:r>
              <a:rPr lang="ko-KR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ko-KR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Event는</a:t>
            </a:r>
            <a:r>
              <a:rPr lang="ko-KR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1:N 관계 (한 명 사용자가 여러 일정 생성 가능)</a:t>
            </a:r>
          </a:p>
          <a:p>
            <a:pPr lv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ko-KR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Event와</a:t>
            </a:r>
            <a:r>
              <a:rPr lang="ko-KR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ko-KR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Event_Attendee는</a:t>
            </a:r>
            <a:r>
              <a:rPr lang="ko-KR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1:N 관계 (일정마다 여러 참석자 가능)</a:t>
            </a:r>
          </a:p>
          <a:p>
            <a:pPr lv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ko-KR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Event와</a:t>
            </a:r>
            <a:r>
              <a:rPr lang="ko-KR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ko-KR" altLang="ko-KR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Category는</a:t>
            </a:r>
            <a:r>
              <a:rPr lang="ko-KR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N:1 관계 (일정 하나가 한 카테고리에 속함)</a:t>
            </a:r>
          </a:p>
        </p:txBody>
      </p:sp>
    </p:spTree>
    <p:extLst>
      <p:ext uri="{BB962C8B-B14F-4D97-AF65-F5344CB8AC3E}">
        <p14:creationId xmlns:p14="http://schemas.microsoft.com/office/powerpoint/2010/main" val="2193572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49DC0-2E42-B835-FECB-B9C2B38A8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897FEE3-8EA9-BC7B-BA86-C8E8531C650B}"/>
              </a:ext>
            </a:extLst>
          </p:cNvPr>
          <p:cNvCxnSpPr/>
          <p:nvPr/>
        </p:nvCxnSpPr>
        <p:spPr>
          <a:xfrm>
            <a:off x="425355" y="559558"/>
            <a:ext cx="11368585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42E2288-A669-935E-D8B2-72464B29D13E}"/>
              </a:ext>
            </a:extLst>
          </p:cNvPr>
          <p:cNvCxnSpPr/>
          <p:nvPr/>
        </p:nvCxnSpPr>
        <p:spPr>
          <a:xfrm>
            <a:off x="425355" y="6307540"/>
            <a:ext cx="11368585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6586700F-CE52-7334-4EEF-C18CB5A578DE}"/>
              </a:ext>
            </a:extLst>
          </p:cNvPr>
          <p:cNvSpPr/>
          <p:nvPr/>
        </p:nvSpPr>
        <p:spPr>
          <a:xfrm>
            <a:off x="7954300" y="6129629"/>
            <a:ext cx="3812345" cy="33762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E34C8-0E59-709F-20CD-A592D362FD9E}"/>
              </a:ext>
            </a:extLst>
          </p:cNvPr>
          <p:cNvSpPr txBox="1"/>
          <p:nvPr/>
        </p:nvSpPr>
        <p:spPr>
          <a:xfrm>
            <a:off x="5457043" y="2664108"/>
            <a:ext cx="142859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latin typeface="+mj-ea"/>
                <a:ea typeface="+mj-ea"/>
              </a:rPr>
              <a:t>UML</a:t>
            </a:r>
            <a:endParaRPr lang="ko-KR" altLang="en-US" sz="4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826210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105BC-F17E-5703-A5F6-45A33BEAA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8984041-0026-79DF-DF1F-CED23100AF84}"/>
              </a:ext>
            </a:extLst>
          </p:cNvPr>
          <p:cNvCxnSpPr/>
          <p:nvPr/>
        </p:nvCxnSpPr>
        <p:spPr>
          <a:xfrm>
            <a:off x="425355" y="559558"/>
            <a:ext cx="11368585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C1B75A7-5D6B-3976-91E4-E48F97BC688F}"/>
              </a:ext>
            </a:extLst>
          </p:cNvPr>
          <p:cNvCxnSpPr/>
          <p:nvPr/>
        </p:nvCxnSpPr>
        <p:spPr>
          <a:xfrm>
            <a:off x="425355" y="6307540"/>
            <a:ext cx="11368585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3137AFA7-45A7-C088-40A4-1E09E25797BA}"/>
              </a:ext>
            </a:extLst>
          </p:cNvPr>
          <p:cNvSpPr/>
          <p:nvPr/>
        </p:nvSpPr>
        <p:spPr>
          <a:xfrm>
            <a:off x="7954300" y="6129629"/>
            <a:ext cx="3812345" cy="33762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4B66AE7-EAB0-B2E9-650F-F4EBE343E67A}"/>
              </a:ext>
            </a:extLst>
          </p:cNvPr>
          <p:cNvSpPr/>
          <p:nvPr/>
        </p:nvSpPr>
        <p:spPr>
          <a:xfrm>
            <a:off x="425355" y="682387"/>
            <a:ext cx="11368584" cy="54863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42BCB1-F6D7-5182-F6AA-15BF16C13D46}"/>
              </a:ext>
            </a:extLst>
          </p:cNvPr>
          <p:cNvSpPr txBox="1"/>
          <p:nvPr/>
        </p:nvSpPr>
        <p:spPr>
          <a:xfrm>
            <a:off x="805219" y="1037230"/>
            <a:ext cx="2182008" cy="52322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ko-KR" altLang="en-US" sz="2800" b="1" dirty="0" err="1">
                <a:latin typeface="Malgun Gothic"/>
                <a:ea typeface="Malgun Gothic"/>
              </a:rPr>
              <a:t>플랜잇</a:t>
            </a:r>
            <a:r>
              <a:rPr lang="ko-KR" altLang="en-US" sz="2800" b="1" dirty="0">
                <a:latin typeface="Malgun Gothic"/>
                <a:ea typeface="Malgun Gothic"/>
              </a:rPr>
              <a:t> </a:t>
            </a:r>
            <a:r>
              <a:rPr lang="en-US" altLang="ko-KR" sz="2800" b="1" dirty="0">
                <a:latin typeface="Malgun Gothic"/>
                <a:ea typeface="Malgun Gothic"/>
              </a:rPr>
              <a:t>UML</a:t>
            </a:r>
            <a:endParaRPr lang="ko-KR" b="1" dirty="0"/>
          </a:p>
        </p:txBody>
      </p:sp>
    </p:spTree>
    <p:extLst>
      <p:ext uri="{BB962C8B-B14F-4D97-AF65-F5344CB8AC3E}">
        <p14:creationId xmlns:p14="http://schemas.microsoft.com/office/powerpoint/2010/main" val="1205750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307</Words>
  <Application>Microsoft Office PowerPoint</Application>
  <PresentationFormat>와이드스크린</PresentationFormat>
  <Paragraphs>81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Malgun Gothic</vt:lpstr>
      <vt:lpstr>Malgun Gothic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주연 김</dc:creator>
  <cp:lastModifiedBy>주연 김</cp:lastModifiedBy>
  <cp:revision>1</cp:revision>
  <dcterms:created xsi:type="dcterms:W3CDTF">2025-11-10T07:25:31Z</dcterms:created>
  <dcterms:modified xsi:type="dcterms:W3CDTF">2025-11-11T00:50:54Z</dcterms:modified>
</cp:coreProperties>
</file>